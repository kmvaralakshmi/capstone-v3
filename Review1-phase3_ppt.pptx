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26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785cdd0013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85cdd001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800"/>
            </a:pPr>
            <a:r>
              <a:rPr lang="en-US" sz="28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UE23AM441A 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</a:t>
            </a:r>
            <a:r>
              <a:rPr lang="en-US" sz="2800" b="0" i="0" u="none" strike="noStrike" cap="none" dirty="0" smtClean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</a:t>
            </a: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# 1</a:t>
            </a:r>
            <a:endParaRPr sz="28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Inferences drawn from Literature Survey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with Individual Contribution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completed modules.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Gantt chart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context.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2057400" y="2188868"/>
            <a:ext cx="90678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summary of Phase – 1.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 the suggestions and improvements made.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Done in Capstone Project Phase - 1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785cdd0013_0_38"/>
          <p:cNvSpPr txBox="1"/>
          <p:nvPr/>
        </p:nvSpPr>
        <p:spPr>
          <a:xfrm>
            <a:off x="1562100" y="2905646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 and modules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1563675" y="1242475"/>
            <a:ext cx="9582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to be elaborated in discussion with the guide.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2. For example, If your project consist of Data Preprocessing, the following should be explained,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&amp; Data Preparation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Input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Pre-processing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Visualization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Interpretation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3.</a:t>
            </a: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List the SDK / API / Model / Jar/ DLL / Tools / Technologies used – Open-Source/ Licensed. 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785cdd0013_0_56"/>
          <p:cNvSpPr txBox="1"/>
          <p:nvPr/>
        </p:nvSpPr>
        <p:spPr>
          <a:xfrm>
            <a:off x="1828800" y="1752600"/>
            <a:ext cx="9067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	4. Tabulate the individual contribution of the team  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members with the following,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Tasks/Modules assigned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(no. of lines of code &amp; time spent)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3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828800" marR="0" lvl="3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lang="en-US" sz="2400" b="0" i="0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Tabulate the timeline for all the tasks/modules.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1828800" y="1752600"/>
            <a:ext cx="90678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1. Demonstration and Result of modules completed.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2. Testing for the module that is completed.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85cdd0013_0_74"/>
          <p:cNvSpPr txBox="1"/>
          <p:nvPr/>
        </p:nvSpPr>
        <p:spPr>
          <a:xfrm>
            <a:off x="2133601" y="1905001"/>
            <a:ext cx="88392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12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references pertaining to your research according to IEEE format.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127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 Eason, B. Noble, and I. N. Sneddon, “On certain integrals of Lipschitz-Hankel type involving products of Bessel functions,” Phil. Trans. Roy. Soc. London, vol. A247, pp. 529–551, April 1955.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(references)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3531752" y="2856542"/>
            <a:ext cx="4532595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8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336</Words>
  <Application>Microsoft Office PowerPoint</Application>
  <PresentationFormat>Custom</PresentationFormat>
  <Paragraphs>87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pesu</cp:lastModifiedBy>
  <cp:revision>6</cp:revision>
  <dcterms:created xsi:type="dcterms:W3CDTF">2023-02-02T07:40:50Z</dcterms:created>
  <dcterms:modified xsi:type="dcterms:W3CDTF">2026-08-27T05:57:02Z</dcterms:modified>
</cp:coreProperties>
</file>